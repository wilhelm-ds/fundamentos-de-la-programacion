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ourier Prime" charset="1" panose="00000509000000000000"/>
      <p:regular r:id="rId11"/>
    </p:embeddedFont>
    <p:embeddedFont>
      <p:font typeface="Courier Prime Bold" charset="1" panose="00000809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487753" y="2869251"/>
            <a:ext cx="4548498" cy="4548498"/>
          </a:xfrm>
          <a:custGeom>
            <a:avLst/>
            <a:gdLst/>
            <a:ahLst/>
            <a:cxnLst/>
            <a:rect r="r" b="b" t="t" l="l"/>
            <a:pathLst>
              <a:path h="4548498" w="4548498">
                <a:moveTo>
                  <a:pt x="0" y="0"/>
                </a:moveTo>
                <a:lnTo>
                  <a:pt x="4548498" y="0"/>
                </a:lnTo>
                <a:lnTo>
                  <a:pt x="4548498" y="4548498"/>
                </a:lnTo>
                <a:lnTo>
                  <a:pt x="0" y="454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7186" y="2704575"/>
            <a:ext cx="10718760" cy="2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historia de Java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8401" y="6168498"/>
            <a:ext cx="9729618" cy="240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System.out.println("Por Fernando y Guillermo");</a:t>
            </a:r>
          </a:p>
          <a:p>
            <a:pPr algn="l">
              <a:lnSpc>
                <a:spcPts val="638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94891" y="1687047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&lt;!--206L--&gt;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178" y="8715621"/>
            <a:ext cx="18362996" cy="1723779"/>
            <a:chOff x="0" y="0"/>
            <a:chExt cx="6698871" cy="628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98871" cy="628839"/>
            </a:xfrm>
            <a:custGeom>
              <a:avLst/>
              <a:gdLst/>
              <a:ahLst/>
              <a:cxnLst/>
              <a:rect r="r" b="b" t="t" l="l"/>
              <a:pathLst>
                <a:path h="628839" w="6698871">
                  <a:moveTo>
                    <a:pt x="0" y="0"/>
                  </a:moveTo>
                  <a:lnTo>
                    <a:pt x="6698871" y="0"/>
                  </a:lnTo>
                  <a:lnTo>
                    <a:pt x="6698871" y="628839"/>
                  </a:lnTo>
                  <a:lnTo>
                    <a:pt x="0" y="62883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6484231"/>
            <a:ext cx="3955169" cy="3955169"/>
          </a:xfrm>
          <a:custGeom>
            <a:avLst/>
            <a:gdLst/>
            <a:ahLst/>
            <a:cxnLst/>
            <a:rect r="r" b="b" t="t" l="l"/>
            <a:pathLst>
              <a:path h="3955169" w="3955169">
                <a:moveTo>
                  <a:pt x="0" y="0"/>
                </a:moveTo>
                <a:lnTo>
                  <a:pt x="3955169" y="0"/>
                </a:lnTo>
                <a:lnTo>
                  <a:pt x="3955169" y="3955169"/>
                </a:lnTo>
                <a:lnTo>
                  <a:pt x="0" y="39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3206" y="790590"/>
            <a:ext cx="703140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44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origen de Java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9187" y="2659495"/>
            <a:ext cx="6988679" cy="24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 nació en 1991, creado por la empresa Sun Microsystems (sus creadores fueron James Gosling, Mike Sheridan y Patrick Naughton).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767" y="9183492"/>
            <a:ext cx="9814467" cy="6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2799" b="true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“Escribe una ves, ejecuta en cualquier lugar”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55585" y="5057523"/>
            <a:ext cx="6988679" cy="19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7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 nacio bajo la necesidad de programar dispositivos electronicos, como televisores interactivos.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5327" y="1476870"/>
            <a:ext cx="6988679" cy="23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7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popularizó ya que su funcion principal era permitir que un programa funcionara en distintos sistemas mediante la maquina virtual de java.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4353" y="8061671"/>
            <a:ext cx="2725499" cy="272550"/>
          </a:xfrm>
          <a:custGeom>
            <a:avLst/>
            <a:gdLst/>
            <a:ahLst/>
            <a:cxnLst/>
            <a:rect r="r" b="b" t="t" l="l"/>
            <a:pathLst>
              <a:path h="272550" w="2725499">
                <a:moveTo>
                  <a:pt x="0" y="0"/>
                </a:moveTo>
                <a:lnTo>
                  <a:pt x="2725499" y="0"/>
                </a:lnTo>
                <a:lnTo>
                  <a:pt x="2725499" y="272550"/>
                </a:lnTo>
                <a:lnTo>
                  <a:pt x="0" y="27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55484" y="7916006"/>
            <a:ext cx="3809100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Método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6142" y="8061671"/>
            <a:ext cx="2725499" cy="272550"/>
          </a:xfrm>
          <a:custGeom>
            <a:avLst/>
            <a:gdLst/>
            <a:ahLst/>
            <a:cxnLst/>
            <a:rect r="r" b="b" t="t" l="l"/>
            <a:pathLst>
              <a:path h="272550" w="2725499">
                <a:moveTo>
                  <a:pt x="0" y="0"/>
                </a:moveTo>
                <a:lnTo>
                  <a:pt x="2725498" y="0"/>
                </a:lnTo>
                <a:lnTo>
                  <a:pt x="2725498" y="272550"/>
                </a:lnTo>
                <a:lnTo>
                  <a:pt x="0" y="27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69244" y="2679190"/>
            <a:ext cx="3689421" cy="7664342"/>
            <a:chOff x="0" y="0"/>
            <a:chExt cx="2165646" cy="44988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5646" cy="4498877"/>
            </a:xfrm>
            <a:custGeom>
              <a:avLst/>
              <a:gdLst/>
              <a:ahLst/>
              <a:cxnLst/>
              <a:rect r="r" b="b" t="t" l="l"/>
              <a:pathLst>
                <a:path h="4498877" w="2165646">
                  <a:moveTo>
                    <a:pt x="0" y="0"/>
                  </a:moveTo>
                  <a:lnTo>
                    <a:pt x="2165646" y="0"/>
                  </a:lnTo>
                  <a:lnTo>
                    <a:pt x="2165646" y="4498877"/>
                  </a:lnTo>
                  <a:lnTo>
                    <a:pt x="0" y="4498877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180235" y="3501769"/>
            <a:ext cx="667437" cy="1094160"/>
          </a:xfrm>
          <a:custGeom>
            <a:avLst/>
            <a:gdLst/>
            <a:ahLst/>
            <a:cxnLst/>
            <a:rect r="r" b="b" t="t" l="l"/>
            <a:pathLst>
              <a:path h="1094160" w="667437">
                <a:moveTo>
                  <a:pt x="0" y="0"/>
                </a:moveTo>
                <a:lnTo>
                  <a:pt x="667438" y="0"/>
                </a:lnTo>
                <a:lnTo>
                  <a:pt x="667438" y="1094159"/>
                </a:lnTo>
                <a:lnTo>
                  <a:pt x="0" y="1094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7922" y="3940809"/>
            <a:ext cx="13640611" cy="304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392">
                <a:solidFill>
                  <a:srgbClr val="F09EE0"/>
                </a:solidFill>
                <a:latin typeface="Courier Prime"/>
                <a:ea typeface="Courier Prime"/>
                <a:cs typeface="Courier Prime"/>
                <a:sym typeface="Courier Prime"/>
              </a:rPr>
              <a:t>public class</a:t>
            </a: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392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Presentacion</a:t>
            </a: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{</a:t>
            </a:r>
          </a:p>
          <a:p>
            <a:pPr algn="l">
              <a:lnSpc>
                <a:spcPts val="3867"/>
              </a:lnSpc>
            </a:pP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</a:t>
            </a:r>
            <a:r>
              <a:rPr lang="en-US" sz="3392">
                <a:solidFill>
                  <a:srgbClr val="F09EE0"/>
                </a:solidFill>
                <a:latin typeface="Courier Prime"/>
                <a:ea typeface="Courier Prime"/>
                <a:cs typeface="Courier Prime"/>
                <a:sym typeface="Courier Prime"/>
              </a:rPr>
              <a:t>public static void</a:t>
            </a: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392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main</a:t>
            </a: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(String[] args) {</a:t>
            </a:r>
          </a:p>
          <a:p>
            <a:pPr algn="l">
              <a:lnSpc>
                <a:spcPts val="3867"/>
              </a:lnSpc>
            </a:pP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  System.out.println(</a:t>
            </a:r>
            <a:r>
              <a:rPr lang="en-US" sz="3392">
                <a:solidFill>
                  <a:srgbClr val="52D577"/>
                </a:solidFill>
                <a:latin typeface="Courier Prime"/>
                <a:ea typeface="Courier Prime"/>
                <a:cs typeface="Courier Prime"/>
                <a:sym typeface="Courier Prime"/>
              </a:rPr>
              <a:t>"Por Fernando y Guillermo"</a:t>
            </a: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);</a:t>
            </a:r>
          </a:p>
          <a:p>
            <a:pPr algn="l">
              <a:lnSpc>
                <a:spcPts val="3867"/>
              </a:lnSpc>
            </a:pPr>
            <a:r>
              <a:rPr lang="en-US" sz="339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</a:p>
          <a:p>
            <a:pPr algn="l">
              <a:lnSpc>
                <a:spcPts val="4736"/>
              </a:lnSpc>
            </a:pPr>
            <a:r>
              <a:rPr lang="en-US" sz="415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922" y="836473"/>
            <a:ext cx="11741523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Estructura y funcionamiento de Java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75" y="1771828"/>
            <a:ext cx="17701433" cy="49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 organiza los programas en clases y objetos que contienen datos y acciones.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061" y="2698240"/>
            <a:ext cx="9942788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Ejemplo: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03" y="7916006"/>
            <a:ext cx="3809100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09EE0"/>
                </a:solidFill>
                <a:latin typeface="Courier Prime"/>
                <a:ea typeface="Courier Prime"/>
                <a:cs typeface="Courier Prime"/>
                <a:sym typeface="Courier Prime"/>
              </a:rPr>
              <a:t>Clase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9765" y="7916006"/>
            <a:ext cx="4261353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Instrucciones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57256" y="3070479"/>
            <a:ext cx="3243783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9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Código fuente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29114" y="4702302"/>
            <a:ext cx="2706732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9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Compilador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245429" y="5143500"/>
            <a:ext cx="667437" cy="1094160"/>
          </a:xfrm>
          <a:custGeom>
            <a:avLst/>
            <a:gdLst/>
            <a:ahLst/>
            <a:cxnLst/>
            <a:rect r="r" b="b" t="t" l="l"/>
            <a:pathLst>
              <a:path h="1094160" w="667437">
                <a:moveTo>
                  <a:pt x="0" y="0"/>
                </a:moveTo>
                <a:lnTo>
                  <a:pt x="667437" y="0"/>
                </a:lnTo>
                <a:lnTo>
                  <a:pt x="667437" y="1094160"/>
                </a:lnTo>
                <a:lnTo>
                  <a:pt x="0" y="1094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707159" y="6342435"/>
            <a:ext cx="2113149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9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Bytecode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245429" y="6888408"/>
            <a:ext cx="667437" cy="1094160"/>
          </a:xfrm>
          <a:custGeom>
            <a:avLst/>
            <a:gdLst/>
            <a:ahLst/>
            <a:cxnLst/>
            <a:rect r="r" b="b" t="t" l="l"/>
            <a:pathLst>
              <a:path h="1094160" w="667437">
                <a:moveTo>
                  <a:pt x="0" y="0"/>
                </a:moveTo>
                <a:lnTo>
                  <a:pt x="667437" y="0"/>
                </a:lnTo>
                <a:lnTo>
                  <a:pt x="667437" y="1094160"/>
                </a:lnTo>
                <a:lnTo>
                  <a:pt x="0" y="1094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305253" y="7977347"/>
            <a:ext cx="1084840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9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JVM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310622" y="8530139"/>
            <a:ext cx="667437" cy="1094160"/>
          </a:xfrm>
          <a:custGeom>
            <a:avLst/>
            <a:gdLst/>
            <a:ahLst/>
            <a:cxnLst/>
            <a:rect r="r" b="b" t="t" l="l"/>
            <a:pathLst>
              <a:path h="1094160" w="667437">
                <a:moveTo>
                  <a:pt x="0" y="0"/>
                </a:moveTo>
                <a:lnTo>
                  <a:pt x="667437" y="0"/>
                </a:lnTo>
                <a:lnTo>
                  <a:pt x="667437" y="1094160"/>
                </a:lnTo>
                <a:lnTo>
                  <a:pt x="0" y="1094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707159" y="9729074"/>
            <a:ext cx="2113149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9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Ejecución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97183"/>
            <a:ext cx="4013488" cy="4063304"/>
            <a:chOff x="0" y="0"/>
            <a:chExt cx="1664600" cy="1685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600" cy="1685262"/>
            </a:xfrm>
            <a:custGeom>
              <a:avLst/>
              <a:gdLst/>
              <a:ahLst/>
              <a:cxnLst/>
              <a:rect r="r" b="b" t="t" l="l"/>
              <a:pathLst>
                <a:path h="1685262" w="1664600">
                  <a:moveTo>
                    <a:pt x="0" y="0"/>
                  </a:moveTo>
                  <a:lnTo>
                    <a:pt x="1664600" y="0"/>
                  </a:lnTo>
                  <a:lnTo>
                    <a:pt x="1664600" y="1685262"/>
                  </a:lnTo>
                  <a:lnTo>
                    <a:pt x="0" y="1685262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73442" y="3797183"/>
            <a:ext cx="4013488" cy="4363235"/>
            <a:chOff x="0" y="0"/>
            <a:chExt cx="1664600" cy="18096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4600" cy="1809659"/>
            </a:xfrm>
            <a:custGeom>
              <a:avLst/>
              <a:gdLst/>
              <a:ahLst/>
              <a:cxnLst/>
              <a:rect r="r" b="b" t="t" l="l"/>
              <a:pathLst>
                <a:path h="1809659" w="1664600">
                  <a:moveTo>
                    <a:pt x="0" y="0"/>
                  </a:moveTo>
                  <a:lnTo>
                    <a:pt x="1664600" y="0"/>
                  </a:lnTo>
                  <a:lnTo>
                    <a:pt x="1664600" y="1809659"/>
                  </a:lnTo>
                  <a:lnTo>
                    <a:pt x="0" y="180965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01071" y="3797183"/>
            <a:ext cx="4013488" cy="4157788"/>
            <a:chOff x="0" y="0"/>
            <a:chExt cx="1664600" cy="17244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4600" cy="1724449"/>
            </a:xfrm>
            <a:custGeom>
              <a:avLst/>
              <a:gdLst/>
              <a:ahLst/>
              <a:cxnLst/>
              <a:rect r="r" b="b" t="t" l="l"/>
              <a:pathLst>
                <a:path h="1724449" w="1664600">
                  <a:moveTo>
                    <a:pt x="0" y="0"/>
                  </a:moveTo>
                  <a:lnTo>
                    <a:pt x="1664600" y="0"/>
                  </a:lnTo>
                  <a:lnTo>
                    <a:pt x="1664600" y="1724449"/>
                  </a:lnTo>
                  <a:lnTo>
                    <a:pt x="0" y="172444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45812" y="3797183"/>
            <a:ext cx="4013488" cy="3620631"/>
            <a:chOff x="0" y="0"/>
            <a:chExt cx="1664600" cy="1501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4600" cy="1501662"/>
            </a:xfrm>
            <a:custGeom>
              <a:avLst/>
              <a:gdLst/>
              <a:ahLst/>
              <a:cxnLst/>
              <a:rect r="r" b="b" t="t" l="l"/>
              <a:pathLst>
                <a:path h="1501662" w="1664600">
                  <a:moveTo>
                    <a:pt x="0" y="0"/>
                  </a:moveTo>
                  <a:lnTo>
                    <a:pt x="1664600" y="0"/>
                  </a:lnTo>
                  <a:lnTo>
                    <a:pt x="1664600" y="1501662"/>
                  </a:lnTo>
                  <a:lnTo>
                    <a:pt x="0" y="1501662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7080" y="4383028"/>
            <a:ext cx="3250249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ABSTRACCIÓN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080" y="5037912"/>
            <a:ext cx="3250249" cy="256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Alta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Python es uno de los lenguajes más sencillos de aprender dado que usa palabras simples en inglés, orientado a que el usuario entienda fácilmente.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5061" y="5037912"/>
            <a:ext cx="3250249" cy="282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Híbrido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código de Java interpreta lo que el usuario le da, y crea un archivo intermedio. Hasta que el programa inicia, es cuando este archivo intermedio es interpretado a lenguaje máquina.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2690" y="5037912"/>
            <a:ext cx="3250249" cy="256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Orientado a objetos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 usar Java, se crean Objetos, entidades que tienen un comportamiento y características propias, que luego se unen para hacer un programa más complejo.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27432" y="5037912"/>
            <a:ext cx="3250249" cy="201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General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Actualmente es usado para aplicaciones de computadora, móviles, herramientas de Big Data y sistemas empresariales.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82690" y="4383028"/>
            <a:ext cx="3250249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CB6CE6"/>
                </a:solidFill>
                <a:latin typeface="Courier Prime"/>
                <a:ea typeface="Courier Prime"/>
                <a:cs typeface="Courier Prime"/>
                <a:sym typeface="Courier Prime"/>
              </a:rPr>
              <a:t>PARADIGMA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5061" y="4383028"/>
            <a:ext cx="3250249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03989E"/>
                </a:solidFill>
                <a:latin typeface="Courier Prime"/>
                <a:ea typeface="Courier Prime"/>
                <a:cs typeface="Courier Prime"/>
                <a:sym typeface="Courier Prime"/>
              </a:rPr>
              <a:t>TRADUCCIÓN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27432" y="4383028"/>
            <a:ext cx="3250249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PROPÓSITO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791342" y="2970567"/>
            <a:ext cx="431419" cy="431419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92105" y="2970567"/>
            <a:ext cx="431419" cy="431419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64476" y="2970567"/>
            <a:ext cx="431419" cy="431419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141565" y="2970567"/>
            <a:ext cx="431419" cy="431419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AutoShape 26" id="26"/>
          <p:cNvSpPr/>
          <p:nvPr/>
        </p:nvSpPr>
        <p:spPr>
          <a:xfrm>
            <a:off x="3222760" y="3186277"/>
            <a:ext cx="11918805" cy="0"/>
          </a:xfrm>
          <a:prstGeom prst="line">
            <a:avLst/>
          </a:prstGeom>
          <a:ln cap="flat" w="47625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4350" y="1225588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4 criterios de clasificación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11087" y="1409159"/>
            <a:ext cx="5625724" cy="5625724"/>
          </a:xfrm>
          <a:custGeom>
            <a:avLst/>
            <a:gdLst/>
            <a:ahLst/>
            <a:cxnLst/>
            <a:rect r="r" b="b" t="t" l="l"/>
            <a:pathLst>
              <a:path h="5625724" w="5625724">
                <a:moveTo>
                  <a:pt x="0" y="0"/>
                </a:moveTo>
                <a:lnTo>
                  <a:pt x="5625724" y="0"/>
                </a:lnTo>
                <a:lnTo>
                  <a:pt x="5625724" y="5625724"/>
                </a:lnTo>
                <a:lnTo>
                  <a:pt x="0" y="5625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7186" y="3245316"/>
            <a:ext cx="10718760" cy="13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Gracias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8912" y="5236577"/>
            <a:ext cx="10747189" cy="159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System.out.println("Por Fernando y Guillermo");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4891" y="2085555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&lt;!--206L--&gt;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DAHZKD-B0S4</dc:identifier>
  <dcterms:modified xsi:type="dcterms:W3CDTF">2011-08-01T06:04:30Z</dcterms:modified>
  <cp:revision>1</cp:revision>
  <dc:title>La historia de Java</dc:title>
</cp:coreProperties>
</file>